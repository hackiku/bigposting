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01" d="100"/>
          <a:sy n="101" d="100"/>
        </p:scale>
        <p:origin x="6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41C4D6-BE84-5A31-E5B9-342A05C55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480A01A-30A8-C94F-09B7-796A34220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4C4298-ADE6-48B3-116B-1EFAAF26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D160F9A-F67A-DB8E-8D6D-3ED642DC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1B70D4-118D-5F36-FBC4-44CB9DE0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7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525652-06BB-E1F5-0A6E-B7F6BB31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3F132B-E403-995B-A79B-B764965B5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370D4F-6834-CC96-AFF9-E756196A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E4A20DF-F3A5-AE41-5987-4D1770A5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11DD86-16B0-BA8F-361F-89D77197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7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9AFE07-D8BE-CD10-B35D-CF5509F6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57A5280-E80A-4978-1E3F-14C057205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AA8474-01FF-1E6C-68FE-26D987F8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984529-F9AD-BB2B-7EF7-A113A4C4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F64565-AE7B-ED37-DD6E-EAF4D672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7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50A08F-517C-43F6-207C-55BCC963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AA05BE-C82F-C904-4319-0AAA2D366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6561DC8-1F30-F8BB-6172-12F6B8C49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EC07F00-BD04-675A-B754-AF6BCDB0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CC20A01-6A46-B1ED-ACB1-2629A5C5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F386DAA-7036-4D53-5021-FC8C5C6E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9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C99609-3041-2C4F-CF1A-20FF4E38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DA8267-5322-1F0C-0FA0-9CA345FF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68B0D00-CD1E-9490-EF61-78BCBE987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B7A5265-B502-2721-C088-D88CB8176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64624CF-3C6E-2D96-005E-B52663DD4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3A43844-FDCF-D1A9-01F5-BDA78F17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9460874-3B83-D56B-3FB8-FFFA90B4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38CE343-8B8B-5769-C44C-8B070D8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57D5FA-D279-9563-8F1C-F779E4EB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DDC7F9F-6DEF-D055-D5FE-FAD8FCE5F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4158064-6CCC-222E-06F8-3A8D0B01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3BD0BF3-84E3-A8C1-F12E-FB4F2116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9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51BA1AF-BEB8-C81E-7F1F-E2CDF1C3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52C8EFE-C2A9-FDCB-6619-E593B874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5E25847-543E-6C8F-D63C-4C211C63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2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6682F6-2CB8-0447-1FA9-7AE9CB6B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CC965D-8800-AF7C-EDB3-3D0CADF21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7FFDEF3-2F1C-E59C-1CAF-584763596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798015F-020F-FC87-64A6-A2A6D1E7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F2EC3EA-74FE-CB8F-F2D9-DF1F0A59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F88B8D1-998E-56C0-0D78-785E767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1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005AE7-924E-3623-5501-00BB155A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20131E0-D976-3AF3-7584-0E9D8E4BD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BD4EF06-06E9-A0BD-F628-DBA7FC9E5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1A4F6F8-3CE1-429D-1B64-0BAAD557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04D152-4D2F-135A-302D-1BFAD3CA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18E9517-E27D-B4F6-88C8-5A05E084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9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4B847A-F36F-87CA-EBD7-D4D105F5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A33ED80-2825-6DD6-C71E-3BCA8DD6A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902DFE-2F22-E2EB-DCB9-12682C2C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91ACECA-6EE0-B149-F6BA-D514E7C0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2C3D05-08E7-E6A3-CEAB-261C5462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6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76B99B4-F1AF-5501-F0AD-BCB6C9DED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733A71-54B8-BB6D-EED3-BDEE42E64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176B92-7357-C031-255D-9DB830EF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F20C6D-A723-092C-DE33-C28554CD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E92780-52ED-5BDC-3927-3C615325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8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3A76E61-9F71-3262-DAC0-12466668B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352F803-EF9D-9B00-2D4D-C6057D974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B1AACCF-4F3B-F39C-3A1A-8A2C53804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04D14-7128-4553-8E11-C3BFEFF918E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BAA8811-1D00-DCDF-946E-179A8060B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FF18C7-4118-CA29-2245-4251FA9DA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5FBC0-12FB-4586-9B1E-E09168D42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7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etlinko.com/en/3-editor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>
            <a:extLst>
              <a:ext uri="{FF2B5EF4-FFF2-40B4-BE49-F238E27FC236}">
                <a16:creationId xmlns:a16="http://schemas.microsoft.com/office/drawing/2014/main" id="{F56E1C18-E0BF-314D-2E1A-ACB788F2D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5540" y="497395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color of the button is old fashioned, make it flat, different color</a:t>
            </a:r>
          </a:p>
          <a:p>
            <a:r>
              <a:rPr lang="en-US" dirty="0"/>
              <a:t>Overall, use the colors from our </a:t>
            </a:r>
            <a:r>
              <a:rPr lang="en-US" dirty="0" err="1"/>
              <a:t>Bigposting</a:t>
            </a:r>
            <a:r>
              <a:rPr lang="en-US" dirty="0"/>
              <a:t> logo</a:t>
            </a:r>
          </a:p>
          <a:p>
            <a:r>
              <a:rPr lang="en-US" dirty="0"/>
              <a:t>Remove the fake statistics</a:t>
            </a:r>
          </a:p>
          <a:p>
            <a:r>
              <a:rPr lang="en-US" dirty="0"/>
              <a:t>The button should say “Register for free”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D8B4533-D3F5-8315-30B2-D0B348FB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286"/>
            <a:ext cx="8031192" cy="421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3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7E290D-305A-2BF0-2B1C-D135E1BB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9471"/>
            <a:ext cx="10515600" cy="1777491"/>
          </a:xfrm>
        </p:spPr>
        <p:txBody>
          <a:bodyPr/>
          <a:lstStyle/>
          <a:p>
            <a:r>
              <a:rPr lang="en-US" dirty="0"/>
              <a:t>Get inspired by </a:t>
            </a:r>
            <a:r>
              <a:rPr lang="en-US" dirty="0">
                <a:hlinkClick r:id="rId2"/>
              </a:rPr>
              <a:t>https://getlinko.com/en/3-editors/</a:t>
            </a:r>
            <a:endParaRPr lang="en-US" dirty="0"/>
          </a:p>
          <a:p>
            <a:r>
              <a:rPr lang="en-US" dirty="0"/>
              <a:t>Nice and clean: 3 images with features from the system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7F2BD5F-EC1A-124A-F4D8-018D3D39C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80" y="0"/>
            <a:ext cx="6994335" cy="410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0EE10F-CF52-7C4C-B25D-8E98A71FD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7327"/>
            <a:ext cx="10515600" cy="1889635"/>
          </a:xfrm>
        </p:spPr>
        <p:txBody>
          <a:bodyPr/>
          <a:lstStyle/>
          <a:p>
            <a:r>
              <a:rPr lang="en-US" dirty="0"/>
              <a:t>Make this section not so wide, leave more space on the sides. Now it is too massive, it should fit one screen and be smaller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0A36302-AEFE-8D46-3266-C38ED461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4" y="166078"/>
            <a:ext cx="7824158" cy="37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9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C71C173-D382-9F1C-4678-F258FB4F7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12" y="100376"/>
            <a:ext cx="8945223" cy="3810532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5C5D0B2C-0BF9-0812-EEA3-5483E7BE52DD}"/>
              </a:ext>
            </a:extLst>
          </p:cNvPr>
          <p:cNvSpPr txBox="1"/>
          <p:nvPr/>
        </p:nvSpPr>
        <p:spPr>
          <a:xfrm>
            <a:off x="785004" y="3910908"/>
            <a:ext cx="8713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Replace 4x logo with AI generated logos in black/white – not real companies</a:t>
            </a:r>
          </a:p>
          <a:p>
            <a:r>
              <a:rPr lang="en-US" dirty="0"/>
              <a:t>Remove “free” from the button and keep only “Browse websites”</a:t>
            </a:r>
          </a:p>
        </p:txBody>
      </p:sp>
    </p:spTree>
    <p:extLst>
      <p:ext uri="{BB962C8B-B14F-4D97-AF65-F5344CB8AC3E}">
        <p14:creationId xmlns:p14="http://schemas.microsoft.com/office/powerpoint/2010/main" val="248571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32D7AA-AA98-3612-688A-E0D4EB42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5537"/>
            <a:ext cx="10515600" cy="1931426"/>
          </a:xfrm>
        </p:spPr>
        <p:txBody>
          <a:bodyPr/>
          <a:lstStyle/>
          <a:p>
            <a:r>
              <a:rPr lang="en-US" dirty="0"/>
              <a:t>This section is cool and does not need changes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78D0B54-6BF5-1734-04BF-56676EE5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13" y="0"/>
            <a:ext cx="6550288" cy="38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5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32D7AA-AA98-3612-688A-E0D4EB42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5537"/>
            <a:ext cx="10515600" cy="1931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Replace 2-4 days with “fast turnaround”, get your links fast</a:t>
            </a:r>
          </a:p>
          <a:p>
            <a:r>
              <a:rPr lang="en-US" dirty="0"/>
              <a:t>Again, change the ugly “amazon” button with something modern</a:t>
            </a:r>
          </a:p>
          <a:p>
            <a:r>
              <a:rPr lang="en-US" dirty="0"/>
              <a:t>Lighter color of the background</a:t>
            </a:r>
          </a:p>
          <a:p>
            <a:r>
              <a:rPr lang="en-US" dirty="0"/>
              <a:t>Stick to colors from our logo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4ABAC9C-01DA-3C52-A297-559D9CFE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19" y="0"/>
            <a:ext cx="5606987" cy="364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32D7AA-AA98-3612-688A-E0D4EB42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5537"/>
            <a:ext cx="10515600" cy="19314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Change text to:</a:t>
            </a:r>
          </a:p>
          <a:p>
            <a:endParaRPr lang="en-US" dirty="0"/>
          </a:p>
          <a:p>
            <a:r>
              <a:rPr lang="en-US" b="1" dirty="0"/>
              <a:t>100% Escrow Protected</a:t>
            </a:r>
            <a:br>
              <a:rPr lang="en-US" dirty="0"/>
            </a:br>
            <a:r>
              <a:rPr lang="en-US" dirty="0"/>
              <a:t>Your funds are securely held until the content is reviewed and approved by you. Payments are only released once the publication is verified on the target site.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ECB450-B106-EB1C-94A3-DC62D00E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2" y="699706"/>
            <a:ext cx="6228204" cy="320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7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32D7AA-AA98-3612-688A-E0D4EB42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5537"/>
            <a:ext cx="10515600" cy="19314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Button grammar error: it should be “start ordering now” – the service is not for free.</a:t>
            </a:r>
          </a:p>
          <a:p>
            <a:r>
              <a:rPr lang="en-US" dirty="0"/>
              <a:t>Logos need to be replaced with something else. The color combination of yellow and blue is terrible</a:t>
            </a:r>
          </a:p>
          <a:p>
            <a:r>
              <a:rPr lang="en-US" dirty="0"/>
              <a:t>Stick to colors from the logo if you don’t know what colors to use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153EF22-7DD1-FEA9-5D96-4DE5E7BE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6737230" cy="367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2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718A1A-8F8E-4109-DE7C-4E851A2E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1781"/>
            <a:ext cx="10515600" cy="1415182"/>
          </a:xfrm>
        </p:spPr>
        <p:txBody>
          <a:bodyPr/>
          <a:lstStyle/>
          <a:p>
            <a:r>
              <a:rPr lang="en-US" dirty="0"/>
              <a:t>Why not using a screenshot somewhere with the system mockup to show them what to expect? </a:t>
            </a:r>
          </a:p>
          <a:p>
            <a:r>
              <a:rPr lang="en-US" dirty="0"/>
              <a:t>This could appear on a laptop screen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CB955AF-5B51-1900-4691-9214C770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" y="0"/>
            <a:ext cx="7816572" cy="44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1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718A1A-8F8E-4109-DE7C-4E851A2E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1781"/>
            <a:ext cx="10515600" cy="1415182"/>
          </a:xfrm>
        </p:spPr>
        <p:txBody>
          <a:bodyPr/>
          <a:lstStyle/>
          <a:p>
            <a:r>
              <a:rPr lang="en-US" dirty="0"/>
              <a:t>Why not using a screenshot somewhere with the system mockup to show them what to expect? </a:t>
            </a:r>
          </a:p>
          <a:p>
            <a:r>
              <a:rPr lang="en-US" dirty="0"/>
              <a:t>This could appear on a laptop screen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CB955AF-5B51-1900-4691-9214C770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" y="0"/>
            <a:ext cx="7816572" cy="44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0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718A1A-8F8E-4109-DE7C-4E851A2E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1781"/>
            <a:ext cx="10515600" cy="1415182"/>
          </a:xfrm>
        </p:spPr>
        <p:txBody>
          <a:bodyPr/>
          <a:lstStyle/>
          <a:p>
            <a:r>
              <a:rPr lang="en-US" dirty="0"/>
              <a:t>Why not using a screenshot somewhere with the system mockup to show them what to expect? You can show the ordering form – two steps to show how it works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78AA801-CDEE-3787-0388-B6114CA2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7" y="199201"/>
            <a:ext cx="6931233" cy="571899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62D4E047-040C-BFD6-121A-ED749D52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732" y="681037"/>
            <a:ext cx="3498978" cy="40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7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A44DBA74-4BD4-B31A-7B72-B6296850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392974"/>
            <a:ext cx="9946257" cy="2427773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5D6B686-8EDC-C506-7864-7C1CA899EA5D}"/>
              </a:ext>
            </a:extLst>
          </p:cNvPr>
          <p:cNvSpPr txBox="1"/>
          <p:nvPr/>
        </p:nvSpPr>
        <p:spPr>
          <a:xfrm>
            <a:off x="1362974" y="3312543"/>
            <a:ext cx="8781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also display this screen: how advertisers can expect</a:t>
            </a:r>
          </a:p>
          <a:p>
            <a:r>
              <a:rPr lang="en-US" dirty="0"/>
              <a:t>How the balance overview looks like</a:t>
            </a:r>
          </a:p>
          <a:p>
            <a:r>
              <a:rPr lang="en-US" dirty="0"/>
              <a:t>This will give an overview before registration</a:t>
            </a:r>
          </a:p>
        </p:txBody>
      </p:sp>
    </p:spTree>
    <p:extLst>
      <p:ext uri="{BB962C8B-B14F-4D97-AF65-F5344CB8AC3E}">
        <p14:creationId xmlns:p14="http://schemas.microsoft.com/office/powerpoint/2010/main" val="43120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646B5A1C-1772-C804-29D3-9DD5AEB5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6" y="129396"/>
            <a:ext cx="6618847" cy="3848673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217F6CA6-B0F6-E2B9-A9A7-3DAD1D1C7B2F}"/>
              </a:ext>
            </a:extLst>
          </p:cNvPr>
          <p:cNvSpPr txBox="1"/>
          <p:nvPr/>
        </p:nvSpPr>
        <p:spPr>
          <a:xfrm>
            <a:off x="2096219" y="4442604"/>
            <a:ext cx="9066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least 1x somewhere use a picture of a real person (advertiser) to increase trust by showing real picture of real person with laptop (preferably </a:t>
            </a:r>
            <a:r>
              <a:rPr lang="en-US"/>
              <a:t>white woman), </a:t>
            </a:r>
            <a:r>
              <a:rPr lang="en-US" dirty="0"/>
              <a:t>use stock image </a:t>
            </a:r>
            <a:r>
              <a:rPr lang="en-US"/>
              <a:t>or generate via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4025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394</Words>
  <Application>Microsoft Macintosh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Motiv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Marek S</dc:creator>
  <cp:lastModifiedBy>ivan</cp:lastModifiedBy>
  <cp:revision>3</cp:revision>
  <dcterms:created xsi:type="dcterms:W3CDTF">2025-11-07T08:27:26Z</dcterms:created>
  <dcterms:modified xsi:type="dcterms:W3CDTF">2025-11-13T15:21:34Z</dcterms:modified>
</cp:coreProperties>
</file>